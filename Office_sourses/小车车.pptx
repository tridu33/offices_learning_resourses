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8D8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564" autoAdjust="0"/>
  </p:normalViewPr>
  <p:slideViewPr>
    <p:cSldViewPr snapToGrid="0" showGuides="1">
      <p:cViewPr varScale="1">
        <p:scale>
          <a:sx n="55" d="100"/>
          <a:sy n="55" d="100"/>
        </p:scale>
        <p:origin x="86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08"/>
          <a:stretch/>
        </p:blipFill>
        <p:spPr>
          <a:xfrm>
            <a:off x="0" y="800100"/>
            <a:ext cx="12192000" cy="60579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753659" y="2441674"/>
            <a:ext cx="8684683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2">
                    <a:lumMod val="7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753659" y="606948"/>
            <a:ext cx="8684683" cy="1720077"/>
          </a:xfrm>
        </p:spPr>
        <p:txBody>
          <a:bodyPr anchor="ctr">
            <a:noAutofit/>
          </a:bodyPr>
          <a:lstStyle>
            <a:lvl1pPr algn="ctr">
              <a:lnSpc>
                <a:spcPct val="110000"/>
              </a:lnSpc>
              <a:defRPr sz="4200" b="0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zh-CN" altLang="en-US" dirty="0"/>
              <a:t>单击此处添加您的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标题文字</a:t>
            </a:r>
          </a:p>
        </p:txBody>
      </p:sp>
    </p:spTree>
    <p:extLst>
      <p:ext uri="{BB962C8B-B14F-4D97-AF65-F5344CB8AC3E}">
        <p14:creationId xmlns:p14="http://schemas.microsoft.com/office/powerpoint/2010/main" val="17356121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66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2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5" y="2108200"/>
            <a:ext cx="7994651" cy="123507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3" y="3400425"/>
            <a:ext cx="4090217" cy="35747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45404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O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5" y="2108200"/>
            <a:ext cx="7994651" cy="123507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3" y="3400425"/>
            <a:ext cx="4090217" cy="357478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2168060" y="-95437"/>
            <a:ext cx="48000" cy="36000"/>
          </a:xfrm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0609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399823" y="1244601"/>
            <a:ext cx="5080000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519333" y="1244601"/>
            <a:ext cx="5094116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466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6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6" y="2200274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472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71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616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0" y="53340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5487989" y="1063629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144590" y="21336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02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29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56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0" y="365125"/>
            <a:ext cx="118251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2113842" y="365125"/>
            <a:ext cx="793326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15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SO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58798" y="162557"/>
            <a:ext cx="10795001" cy="699594"/>
          </a:xfrm>
        </p:spPr>
        <p:txBody>
          <a:bodyPr/>
          <a:lstStyle/>
          <a:p>
            <a:r>
              <a:rPr lang="zh-CN" altLang="en-US" dirty="0"/>
              <a:t>单击此处添加目录页标题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目录条目"/>
          <p:cNvSpPr>
            <a:spLocks noGrp="1"/>
          </p:cNvSpPr>
          <p:nvPr>
            <p:ph type="body" sz="quarter" idx="13" hasCustomPrompt="1"/>
          </p:nvPr>
        </p:nvSpPr>
        <p:spPr>
          <a:xfrm>
            <a:off x="1939107" y="1328738"/>
            <a:ext cx="9414692" cy="4749800"/>
          </a:xfrm>
          <a:effectLst/>
        </p:spPr>
        <p:txBody>
          <a:bodyPr>
            <a:normAutofit/>
          </a:bodyPr>
          <a:lstStyle>
            <a:lvl1pPr marL="514350" indent="-514350">
              <a:buClr>
                <a:schemeClr val="accent1">
                  <a:lumMod val="75000"/>
                </a:schemeClr>
              </a:buClr>
              <a:buSzPct val="100000"/>
              <a:buFont typeface="+mj-ea"/>
              <a:buAutoNum type="ea1JpnChsDbPeriod"/>
              <a:defRPr sz="2800" b="0" cap="none" spc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单击此处添加目录条目</a:t>
            </a:r>
          </a:p>
        </p:txBody>
      </p:sp>
    </p:spTree>
    <p:extLst>
      <p:ext uri="{BB962C8B-B14F-4D97-AF65-F5344CB8AC3E}">
        <p14:creationId xmlns:p14="http://schemas.microsoft.com/office/powerpoint/2010/main" val="233042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4261449"/>
          </a:xfrm>
          <a:prstGeom prst="rect">
            <a:avLst/>
          </a:prstGeom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58798" y="153931"/>
            <a:ext cx="11056060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6D2ED-6307-40B5-B45D-13F2252BD9E7}" type="datetimeFigureOut">
              <a:rPr lang="zh-CN" altLang="en-US" smtClean="0"/>
              <a:t>2018/9/12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C220-D79B-4A71-9FE4-C2F381A0D8C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558799" y="1147383"/>
            <a:ext cx="11056060" cy="5193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46450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baseline="0">
          <a:solidFill>
            <a:schemeClr val="bg1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188" indent="-271463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70000"/>
        <a:buFont typeface="Wingdings 2" panose="05020102010507070707" pitchFamily="18" charset="2"/>
        <a:buChar char=""/>
        <a:defRPr sz="2000" kern="1200" baseline="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188" indent="-271463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7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5.jpeg"/><Relationship Id="rId5" Type="http://schemas.openxmlformats.org/officeDocument/2006/relationships/tags" Target="../tags/tag6.xml"/><Relationship Id="rId10" Type="http://schemas.openxmlformats.org/officeDocument/2006/relationships/image" Target="../media/image4.jpeg"/><Relationship Id="rId4" Type="http://schemas.openxmlformats.org/officeDocument/2006/relationships/tags" Target="../tags/tag5.xml"/><Relationship Id="rId9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组合 181">
            <a:extLst>
              <a:ext uri="{FF2B5EF4-FFF2-40B4-BE49-F238E27FC236}">
                <a16:creationId xmlns:a16="http://schemas.microsoft.com/office/drawing/2014/main" xmlns="" id="{87023E8C-5230-409D-9FED-3D4E23097B59}"/>
              </a:ext>
            </a:extLst>
          </p:cNvPr>
          <p:cNvGrpSpPr/>
          <p:nvPr/>
        </p:nvGrpSpPr>
        <p:grpSpPr>
          <a:xfrm>
            <a:off x="8119812" y="2991827"/>
            <a:ext cx="2432736" cy="1523952"/>
            <a:chOff x="8888806" y="2914006"/>
            <a:chExt cx="2432736" cy="1523952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xmlns="" id="{EB515ED3-C4E7-4127-8F10-484DB57BF92F}"/>
                </a:ext>
              </a:extLst>
            </p:cNvPr>
            <p:cNvGrpSpPr/>
            <p:nvPr/>
          </p:nvGrpSpPr>
          <p:grpSpPr>
            <a:xfrm>
              <a:off x="8888806" y="3178312"/>
              <a:ext cx="1689635" cy="1259646"/>
              <a:chOff x="8888806" y="3178312"/>
              <a:chExt cx="1689635" cy="1259646"/>
            </a:xfrm>
          </p:grpSpPr>
          <p:grpSp>
            <p:nvGrpSpPr>
              <p:cNvPr id="145" name="组合 144">
                <a:extLst>
                  <a:ext uri="{FF2B5EF4-FFF2-40B4-BE49-F238E27FC236}">
                    <a16:creationId xmlns:a16="http://schemas.microsoft.com/office/drawing/2014/main" xmlns="" id="{03D0CB7B-6C5A-44ED-ABAB-6BB7E6022FA4}"/>
                  </a:ext>
                </a:extLst>
              </p:cNvPr>
              <p:cNvGrpSpPr/>
              <p:nvPr/>
            </p:nvGrpSpPr>
            <p:grpSpPr>
              <a:xfrm>
                <a:off x="8888806" y="3178312"/>
                <a:ext cx="1689635" cy="1259646"/>
                <a:chOff x="8888806" y="3178312"/>
                <a:chExt cx="1689635" cy="1259646"/>
              </a:xfrm>
            </p:grpSpPr>
            <p:cxnSp>
              <p:nvCxnSpPr>
                <p:cNvPr id="47" name="直接连接符 46"/>
                <p:cNvCxnSpPr>
                  <a:cxnSpLocks/>
                </p:cNvCxnSpPr>
                <p:nvPr/>
              </p:nvCxnSpPr>
              <p:spPr>
                <a:xfrm flipV="1">
                  <a:off x="9059796" y="3178313"/>
                  <a:ext cx="656155" cy="109299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/>
                <p:cNvCxnSpPr>
                  <a:cxnSpLocks/>
                </p:cNvCxnSpPr>
                <p:nvPr/>
              </p:nvCxnSpPr>
              <p:spPr>
                <a:xfrm flipH="1" flipV="1">
                  <a:off x="9717952" y="3178312"/>
                  <a:ext cx="821622" cy="107075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椭圆 42"/>
                <p:cNvSpPr/>
                <p:nvPr/>
              </p:nvSpPr>
              <p:spPr>
                <a:xfrm>
                  <a:off x="8888806" y="4110533"/>
                  <a:ext cx="327425" cy="3274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xmlns="" id="{65F0A5C5-7B72-44DB-ABFB-ABEA8B18054D}"/>
                    </a:ext>
                  </a:extLst>
                </p:cNvPr>
                <p:cNvSpPr/>
                <p:nvPr/>
              </p:nvSpPr>
              <p:spPr>
                <a:xfrm>
                  <a:off x="10504823" y="4224891"/>
                  <a:ext cx="73618" cy="73618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51" name="流程图: 接点 150">
                <a:extLst>
                  <a:ext uri="{FF2B5EF4-FFF2-40B4-BE49-F238E27FC236}">
                    <a16:creationId xmlns:a16="http://schemas.microsoft.com/office/drawing/2014/main" xmlns="" id="{5B83743A-1588-4FA0-A1E0-28DE41304F90}"/>
                  </a:ext>
                </a:extLst>
              </p:cNvPr>
              <p:cNvSpPr/>
              <p:nvPr/>
            </p:nvSpPr>
            <p:spPr>
              <a:xfrm>
                <a:off x="10083044" y="3656211"/>
                <a:ext cx="45719" cy="45719"/>
              </a:xfrm>
              <a:prstGeom prst="flowChartConnector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xmlns="" id="{438B604A-6256-4ADE-BE39-FDB357E411BD}"/>
                </a:ext>
              </a:extLst>
            </p:cNvPr>
            <p:cNvGrpSpPr/>
            <p:nvPr/>
          </p:nvGrpSpPr>
          <p:grpSpPr>
            <a:xfrm rot="10800000">
              <a:off x="10081585" y="2914006"/>
              <a:ext cx="1239957" cy="781747"/>
              <a:chOff x="8888806" y="3656211"/>
              <a:chExt cx="1239957" cy="781747"/>
            </a:xfrm>
          </p:grpSpPr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xmlns="" id="{BB72FB87-5C0D-4742-A2B8-714882ACBA90}"/>
                  </a:ext>
                </a:extLst>
              </p:cNvPr>
              <p:cNvSpPr/>
              <p:nvPr/>
            </p:nvSpPr>
            <p:spPr>
              <a:xfrm>
                <a:off x="8888806" y="4110533"/>
                <a:ext cx="327425" cy="3274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7" name="流程图: 接点 176">
                <a:extLst>
                  <a:ext uri="{FF2B5EF4-FFF2-40B4-BE49-F238E27FC236}">
                    <a16:creationId xmlns:a16="http://schemas.microsoft.com/office/drawing/2014/main" xmlns="" id="{FA8E6BAC-03DF-4672-9957-41DCF87CBA2B}"/>
                  </a:ext>
                </a:extLst>
              </p:cNvPr>
              <p:cNvSpPr/>
              <p:nvPr/>
            </p:nvSpPr>
            <p:spPr>
              <a:xfrm>
                <a:off x="10083044" y="3656211"/>
                <a:ext cx="45719" cy="45719"/>
              </a:xfrm>
              <a:prstGeom prst="flowChartConnector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3" name="矩形 52"/>
          <p:cNvSpPr/>
          <p:nvPr/>
        </p:nvSpPr>
        <p:spPr>
          <a:xfrm>
            <a:off x="9504337" y="4530408"/>
            <a:ext cx="542836" cy="564614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xmlns="" id="{FF01748D-03E3-47F1-84ED-8B2180287731}"/>
              </a:ext>
            </a:extLst>
          </p:cNvPr>
          <p:cNvCxnSpPr>
            <a:cxnSpLocks/>
          </p:cNvCxnSpPr>
          <p:nvPr/>
        </p:nvCxnSpPr>
        <p:spPr>
          <a:xfrm>
            <a:off x="9380653" y="5095021"/>
            <a:ext cx="844320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69E34055-91B0-4594-996D-808CB3CB0913}"/>
              </a:ext>
            </a:extLst>
          </p:cNvPr>
          <p:cNvSpPr/>
          <p:nvPr/>
        </p:nvSpPr>
        <p:spPr>
          <a:xfrm>
            <a:off x="3729082" y="4670163"/>
            <a:ext cx="5639579" cy="1414502"/>
          </a:xfrm>
          <a:prstGeom prst="rect">
            <a:avLst/>
          </a:prstGeom>
          <a:solidFill>
            <a:srgbClr val="FFFF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8631432" y="1242044"/>
            <a:ext cx="245807" cy="1574102"/>
            <a:chOff x="8780206" y="716814"/>
            <a:chExt cx="245807" cy="1574102"/>
          </a:xfrm>
        </p:grpSpPr>
        <p:sp>
          <p:nvSpPr>
            <p:cNvPr id="5" name="圆角矩形 4"/>
            <p:cNvSpPr/>
            <p:nvPr/>
          </p:nvSpPr>
          <p:spPr>
            <a:xfrm>
              <a:off x="8780206" y="1494503"/>
              <a:ext cx="245807" cy="796413"/>
            </a:xfrm>
            <a:prstGeom prst="roundRect">
              <a:avLst/>
            </a:prstGeom>
            <a:blipFill>
              <a:blip r:embed="rId9"/>
              <a:tile tx="0" ty="0" sx="100000" sy="100000" flip="none" algn="tl"/>
            </a:blip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8780206" y="716814"/>
              <a:ext cx="122903" cy="777689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H="1" flipV="1">
              <a:off x="8903110" y="716815"/>
              <a:ext cx="122903" cy="7776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3449802" y="1081227"/>
            <a:ext cx="245807" cy="1574102"/>
            <a:chOff x="8780206" y="716814"/>
            <a:chExt cx="245807" cy="1574102"/>
          </a:xfrm>
          <a:blipFill>
            <a:blip r:embed="rId10"/>
            <a:tile tx="0" ty="0" sx="100000" sy="100000" flip="none" algn="tl"/>
          </a:blipFill>
        </p:grpSpPr>
        <p:sp>
          <p:nvSpPr>
            <p:cNvPr id="15" name="圆角矩形 14"/>
            <p:cNvSpPr/>
            <p:nvPr/>
          </p:nvSpPr>
          <p:spPr>
            <a:xfrm>
              <a:off x="8780206" y="1494503"/>
              <a:ext cx="245807" cy="796413"/>
            </a:xfrm>
            <a:prstGeom prst="roundRect">
              <a:avLst/>
            </a:prstGeom>
            <a:grpFill/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/>
            <p:cNvCxnSpPr/>
            <p:nvPr/>
          </p:nvCxnSpPr>
          <p:spPr>
            <a:xfrm flipV="1">
              <a:off x="8780206" y="716814"/>
              <a:ext cx="122903" cy="777689"/>
            </a:xfrm>
            <a:prstGeom prst="line">
              <a:avLst/>
            </a:prstGeom>
            <a:grpFill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 flipV="1">
              <a:off x="8903110" y="716815"/>
              <a:ext cx="122903" cy="777688"/>
            </a:xfrm>
            <a:prstGeom prst="line">
              <a:avLst/>
            </a:prstGeom>
            <a:grpFill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5624224" y="3892474"/>
            <a:ext cx="245807" cy="1574102"/>
            <a:chOff x="8780206" y="716814"/>
            <a:chExt cx="245807" cy="1574102"/>
          </a:xfrm>
          <a:solidFill>
            <a:srgbClr val="FFFF00"/>
          </a:solidFill>
        </p:grpSpPr>
        <p:sp>
          <p:nvSpPr>
            <p:cNvPr id="23" name="圆角矩形 22"/>
            <p:cNvSpPr/>
            <p:nvPr/>
          </p:nvSpPr>
          <p:spPr>
            <a:xfrm>
              <a:off x="8780206" y="1494503"/>
              <a:ext cx="245807" cy="796413"/>
            </a:xfrm>
            <a:prstGeom prst="roundRect">
              <a:avLst/>
            </a:prstGeom>
            <a:blipFill>
              <a:blip r:embed="rId10"/>
              <a:tile tx="0" ty="0" sx="100000" sy="100000" flip="none" algn="tl"/>
            </a:blip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/>
            <p:cNvCxnSpPr/>
            <p:nvPr/>
          </p:nvCxnSpPr>
          <p:spPr>
            <a:xfrm flipV="1">
              <a:off x="8780206" y="716814"/>
              <a:ext cx="122903" cy="777689"/>
            </a:xfrm>
            <a:prstGeom prst="line">
              <a:avLst/>
            </a:prstGeom>
            <a:grpFill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8903110" y="716815"/>
              <a:ext cx="122903" cy="777688"/>
            </a:xfrm>
            <a:prstGeom prst="line">
              <a:avLst/>
            </a:prstGeom>
            <a:grpFill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7362930" y="3903458"/>
            <a:ext cx="245807" cy="1574102"/>
            <a:chOff x="8780206" y="716814"/>
            <a:chExt cx="245807" cy="1574102"/>
          </a:xfrm>
        </p:grpSpPr>
        <p:sp>
          <p:nvSpPr>
            <p:cNvPr id="27" name="圆角矩形 26"/>
            <p:cNvSpPr/>
            <p:nvPr/>
          </p:nvSpPr>
          <p:spPr>
            <a:xfrm>
              <a:off x="8780206" y="1494503"/>
              <a:ext cx="245807" cy="796413"/>
            </a:xfrm>
            <a:prstGeom prst="roundRect">
              <a:avLst/>
            </a:prstGeom>
            <a:blipFill>
              <a:blip r:embed="rId10"/>
              <a:tile tx="0" ty="0" sx="100000" sy="100000" flip="none" algn="tl"/>
            </a:blip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/>
            <p:cNvCxnSpPr/>
            <p:nvPr/>
          </p:nvCxnSpPr>
          <p:spPr>
            <a:xfrm flipV="1">
              <a:off x="8780206" y="716814"/>
              <a:ext cx="122903" cy="777689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 flipV="1">
              <a:off x="8903110" y="716815"/>
              <a:ext cx="122903" cy="7776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0" name="组合 29"/>
          <p:cNvGrpSpPr/>
          <p:nvPr/>
        </p:nvGrpSpPr>
        <p:grpSpPr>
          <a:xfrm>
            <a:off x="7773123" y="2222513"/>
            <a:ext cx="245807" cy="1574102"/>
            <a:chOff x="8780206" y="716814"/>
            <a:chExt cx="245807" cy="1574102"/>
          </a:xfrm>
        </p:grpSpPr>
        <p:sp>
          <p:nvSpPr>
            <p:cNvPr id="31" name="圆角矩形 30"/>
            <p:cNvSpPr/>
            <p:nvPr/>
          </p:nvSpPr>
          <p:spPr>
            <a:xfrm>
              <a:off x="8780206" y="1494503"/>
              <a:ext cx="245807" cy="796413"/>
            </a:xfrm>
            <a:prstGeom prst="roundRect">
              <a:avLst/>
            </a:prstGeom>
            <a:blipFill>
              <a:blip r:embed="rId9"/>
              <a:tile tx="0" ty="0" sx="100000" sy="100000" flip="none" algn="tl"/>
            </a:blip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/>
            <p:cNvCxnSpPr/>
            <p:nvPr/>
          </p:nvCxnSpPr>
          <p:spPr>
            <a:xfrm flipV="1">
              <a:off x="8780206" y="716814"/>
              <a:ext cx="122903" cy="777689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 flipV="1">
              <a:off x="8903110" y="716815"/>
              <a:ext cx="122903" cy="7776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63" name="组合 62"/>
          <p:cNvGrpSpPr/>
          <p:nvPr/>
        </p:nvGrpSpPr>
        <p:grpSpPr>
          <a:xfrm>
            <a:off x="1972122" y="1042970"/>
            <a:ext cx="8814619" cy="2939160"/>
            <a:chOff x="2646768" y="584616"/>
            <a:chExt cx="8814619" cy="2939160"/>
          </a:xfrm>
        </p:grpSpPr>
        <p:sp>
          <p:nvSpPr>
            <p:cNvPr id="37" name="矩形 36"/>
            <p:cNvSpPr/>
            <p:nvPr/>
          </p:nvSpPr>
          <p:spPr>
            <a:xfrm>
              <a:off x="5939817" y="3416769"/>
              <a:ext cx="2175640" cy="94202"/>
            </a:xfrm>
            <a:prstGeom prst="rect">
              <a:avLst/>
            </a:prstGeom>
            <a:blipFill>
              <a:blip r:embed="rId11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2646768" y="585904"/>
              <a:ext cx="2871019" cy="158422"/>
            </a:xfrm>
            <a:prstGeom prst="rect">
              <a:avLst/>
            </a:prstGeom>
            <a:blipFill>
              <a:blip r:embed="rId11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8590368" y="610208"/>
              <a:ext cx="2871019" cy="158422"/>
            </a:xfrm>
            <a:prstGeom prst="rect">
              <a:avLst/>
            </a:prstGeom>
            <a:blipFill>
              <a:blip r:embed="rId11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 rot="4807647">
              <a:off x="4249393" y="2009056"/>
              <a:ext cx="2871019" cy="158422"/>
            </a:xfrm>
            <a:prstGeom prst="rect">
              <a:avLst/>
            </a:prstGeom>
            <a:blipFill>
              <a:blip r:embed="rId11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 rot="16847062">
              <a:off x="6963728" y="1940915"/>
              <a:ext cx="2871019" cy="158422"/>
            </a:xfrm>
            <a:prstGeom prst="rect">
              <a:avLst/>
            </a:prstGeom>
            <a:blipFill>
              <a:blip r:embed="rId11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756287" y="2231875"/>
            <a:ext cx="245807" cy="1574102"/>
            <a:chOff x="8780206" y="716814"/>
            <a:chExt cx="245807" cy="1574102"/>
          </a:xfrm>
          <a:blipFill>
            <a:blip r:embed="rId10"/>
            <a:tile tx="0" ty="0" sx="100000" sy="100000" flip="none" algn="tl"/>
          </a:blipFill>
        </p:grpSpPr>
        <p:sp>
          <p:nvSpPr>
            <p:cNvPr id="71" name="圆角矩形 70"/>
            <p:cNvSpPr/>
            <p:nvPr/>
          </p:nvSpPr>
          <p:spPr>
            <a:xfrm>
              <a:off x="8780206" y="1494503"/>
              <a:ext cx="245807" cy="796413"/>
            </a:xfrm>
            <a:prstGeom prst="roundRect">
              <a:avLst/>
            </a:prstGeom>
            <a:grpFill/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2" name="直接连接符 71"/>
            <p:cNvCxnSpPr/>
            <p:nvPr/>
          </p:nvCxnSpPr>
          <p:spPr>
            <a:xfrm flipV="1">
              <a:off x="8780206" y="716814"/>
              <a:ext cx="122903" cy="777689"/>
            </a:xfrm>
            <a:prstGeom prst="line">
              <a:avLst/>
            </a:prstGeom>
            <a:grpFill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 flipV="1">
              <a:off x="8903110" y="716815"/>
              <a:ext cx="122903" cy="777688"/>
            </a:xfrm>
            <a:prstGeom prst="line">
              <a:avLst/>
            </a:prstGeom>
            <a:grpFill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xmlns="" id="{2899ECF9-63DF-4C3D-8D5E-D61365B39CAD}"/>
              </a:ext>
            </a:extLst>
          </p:cNvPr>
          <p:cNvGrpSpPr/>
          <p:nvPr/>
        </p:nvGrpSpPr>
        <p:grpSpPr>
          <a:xfrm>
            <a:off x="10592076" y="1226984"/>
            <a:ext cx="245807" cy="1574102"/>
            <a:chOff x="8780206" y="716814"/>
            <a:chExt cx="245807" cy="1574102"/>
          </a:xfrm>
        </p:grpSpPr>
        <p:sp>
          <p:nvSpPr>
            <p:cNvPr id="92" name="圆角矩形 122">
              <a:extLst>
                <a:ext uri="{FF2B5EF4-FFF2-40B4-BE49-F238E27FC236}">
                  <a16:creationId xmlns:a16="http://schemas.microsoft.com/office/drawing/2014/main" xmlns="" id="{181D3B9D-BF9D-44FF-AD55-5D5469852AD4}"/>
                </a:ext>
              </a:extLst>
            </p:cNvPr>
            <p:cNvSpPr/>
            <p:nvPr/>
          </p:nvSpPr>
          <p:spPr>
            <a:xfrm>
              <a:off x="8780206" y="1494503"/>
              <a:ext cx="245807" cy="796413"/>
            </a:xfrm>
            <a:prstGeom prst="roundRect">
              <a:avLst/>
            </a:prstGeom>
            <a:blipFill>
              <a:blip r:embed="rId9"/>
              <a:tile tx="0" ty="0" sx="100000" sy="100000" flip="none" algn="tl"/>
            </a:blip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xmlns="" id="{01618009-B913-493D-A5C2-F85EE59CEB6F}"/>
                </a:ext>
              </a:extLst>
            </p:cNvPr>
            <p:cNvCxnSpPr/>
            <p:nvPr/>
          </p:nvCxnSpPr>
          <p:spPr>
            <a:xfrm flipV="1">
              <a:off x="8780206" y="716814"/>
              <a:ext cx="122903" cy="777689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xmlns="" id="{3481411C-062E-4F26-90B8-76849F96DA55}"/>
                </a:ext>
              </a:extLst>
            </p:cNvPr>
            <p:cNvCxnSpPr/>
            <p:nvPr/>
          </p:nvCxnSpPr>
          <p:spPr>
            <a:xfrm flipH="1" flipV="1">
              <a:off x="8903110" y="716815"/>
              <a:ext cx="122903" cy="7776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xmlns="" id="{815E261E-FCBB-493E-9778-08A185D97191}"/>
              </a:ext>
            </a:extLst>
          </p:cNvPr>
          <p:cNvGrpSpPr/>
          <p:nvPr/>
        </p:nvGrpSpPr>
        <p:grpSpPr>
          <a:xfrm>
            <a:off x="12613456" y="1242044"/>
            <a:ext cx="245807" cy="1574102"/>
            <a:chOff x="8780206" y="716814"/>
            <a:chExt cx="245807" cy="1574102"/>
          </a:xfrm>
        </p:grpSpPr>
        <p:sp>
          <p:nvSpPr>
            <p:cNvPr id="100" name="圆角矩形 4">
              <a:extLst>
                <a:ext uri="{FF2B5EF4-FFF2-40B4-BE49-F238E27FC236}">
                  <a16:creationId xmlns:a16="http://schemas.microsoft.com/office/drawing/2014/main" xmlns="" id="{D8EE5DE4-801D-48E0-B6DC-44949D67255C}"/>
                </a:ext>
              </a:extLst>
            </p:cNvPr>
            <p:cNvSpPr/>
            <p:nvPr/>
          </p:nvSpPr>
          <p:spPr>
            <a:xfrm>
              <a:off x="8780206" y="1494503"/>
              <a:ext cx="245807" cy="796413"/>
            </a:xfrm>
            <a:prstGeom prst="roundRect">
              <a:avLst/>
            </a:prstGeom>
            <a:blipFill>
              <a:blip r:embed="rId9"/>
              <a:tile tx="0" ty="0" sx="100000" sy="100000" flip="none" algn="tl"/>
            </a:blip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xmlns="" id="{80501B82-9865-4025-8C22-0B8C128F37DF}"/>
                </a:ext>
              </a:extLst>
            </p:cNvPr>
            <p:cNvCxnSpPr/>
            <p:nvPr/>
          </p:nvCxnSpPr>
          <p:spPr>
            <a:xfrm flipV="1">
              <a:off x="8780206" y="716814"/>
              <a:ext cx="122903" cy="777689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xmlns="" id="{45C62820-510A-4343-A1DD-761FBFC197DB}"/>
                </a:ext>
              </a:extLst>
            </p:cNvPr>
            <p:cNvCxnSpPr/>
            <p:nvPr/>
          </p:nvCxnSpPr>
          <p:spPr>
            <a:xfrm flipH="1" flipV="1">
              <a:off x="8903110" y="716815"/>
              <a:ext cx="122903" cy="77768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BADE529B-4E2E-49A0-A960-F316CF997B00}"/>
              </a:ext>
            </a:extLst>
          </p:cNvPr>
          <p:cNvSpPr/>
          <p:nvPr/>
        </p:nvSpPr>
        <p:spPr>
          <a:xfrm>
            <a:off x="10837883" y="1041003"/>
            <a:ext cx="3113566" cy="22002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8BDAAC4C-59F4-46CC-90A8-5B7DB6B01528}"/>
              </a:ext>
            </a:extLst>
          </p:cNvPr>
          <p:cNvSpPr/>
          <p:nvPr/>
        </p:nvSpPr>
        <p:spPr>
          <a:xfrm>
            <a:off x="136187" y="961741"/>
            <a:ext cx="1834398" cy="18393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D0E22C5B-1EBE-4FB0-891C-64CCAF82BFC7}"/>
              </a:ext>
            </a:extLst>
          </p:cNvPr>
          <p:cNvSpPr/>
          <p:nvPr/>
        </p:nvSpPr>
        <p:spPr>
          <a:xfrm>
            <a:off x="3736054" y="4326886"/>
            <a:ext cx="5639579" cy="1186826"/>
          </a:xfrm>
          <a:prstGeom prst="rect">
            <a:avLst/>
          </a:prstGeom>
          <a:solidFill>
            <a:srgbClr val="FFFF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18B3CE62-2188-475A-9303-F0AE96EED47A}"/>
              </a:ext>
            </a:extLst>
          </p:cNvPr>
          <p:cNvSpPr/>
          <p:nvPr/>
        </p:nvSpPr>
        <p:spPr>
          <a:xfrm>
            <a:off x="3729083" y="4076940"/>
            <a:ext cx="5646550" cy="2007726"/>
          </a:xfrm>
          <a:prstGeom prst="rect">
            <a:avLst/>
          </a:prstGeom>
          <a:noFill/>
          <a:ln w="762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8" name="PA-组合 112"/>
          <p:cNvGrpSpPr>
            <a:grpSpLocks/>
          </p:cNvGrpSpPr>
          <p:nvPr>
            <p:custDataLst>
              <p:tags r:id="rId1"/>
            </p:custDataLst>
          </p:nvPr>
        </p:nvGrpSpPr>
        <p:grpSpPr>
          <a:xfrm>
            <a:off x="4157816" y="3092044"/>
            <a:ext cx="174305" cy="414777"/>
            <a:chOff x="2881315" y="1679459"/>
            <a:chExt cx="379360" cy="902726"/>
          </a:xfrm>
        </p:grpSpPr>
        <p:sp>
          <p:nvSpPr>
            <p:cNvPr id="119" name="PA-等腰三角形 110"/>
            <p:cNvSpPr/>
            <p:nvPr>
              <p:custDataLst>
                <p:tags r:id="rId6"/>
              </p:custDataLst>
            </p:nvPr>
          </p:nvSpPr>
          <p:spPr>
            <a:xfrm>
              <a:off x="2885418" y="1679459"/>
              <a:ext cx="368885" cy="681333"/>
            </a:xfrm>
            <a:prstGeom prst="triangl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0" name="PA-椭圆 111"/>
            <p:cNvSpPr/>
            <p:nvPr>
              <p:custDataLst>
                <p:tags r:id="rId7"/>
              </p:custDataLst>
            </p:nvPr>
          </p:nvSpPr>
          <p:spPr>
            <a:xfrm>
              <a:off x="2881315" y="2202825"/>
              <a:ext cx="379360" cy="37936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10" name="PA-组合 112">
            <a:extLst>
              <a:ext uri="{FF2B5EF4-FFF2-40B4-BE49-F238E27FC236}">
                <a16:creationId xmlns:a16="http://schemas.microsoft.com/office/drawing/2014/main" xmlns="" id="{EFA8E374-31D7-45A3-B8F4-9C35FB0442C7}"/>
              </a:ext>
            </a:extLst>
          </p:cNvPr>
          <p:cNvGrpSpPr>
            <a:grpSpLocks/>
          </p:cNvGrpSpPr>
          <p:nvPr>
            <p:custDataLst>
              <p:tags r:id="rId2"/>
            </p:custDataLst>
          </p:nvPr>
        </p:nvGrpSpPr>
        <p:grpSpPr>
          <a:xfrm>
            <a:off x="4156773" y="3099606"/>
            <a:ext cx="174305" cy="414777"/>
            <a:chOff x="2881315" y="1679459"/>
            <a:chExt cx="379360" cy="902726"/>
          </a:xfrm>
        </p:grpSpPr>
        <p:sp>
          <p:nvSpPr>
            <p:cNvPr id="130" name="PA-椭圆 111">
              <a:extLst>
                <a:ext uri="{FF2B5EF4-FFF2-40B4-BE49-F238E27FC236}">
                  <a16:creationId xmlns:a16="http://schemas.microsoft.com/office/drawing/2014/main" xmlns="" id="{5B06AE88-9ABC-4919-8D25-81E103A66D4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2881315" y="2202825"/>
              <a:ext cx="379360" cy="37936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1" name="PA-等腰三角形 110">
              <a:extLst>
                <a:ext uri="{FF2B5EF4-FFF2-40B4-BE49-F238E27FC236}">
                  <a16:creationId xmlns:a16="http://schemas.microsoft.com/office/drawing/2014/main" xmlns="" id="{68BAEC4E-FAB7-4C14-826A-4588AC92FEA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885418" y="1679459"/>
              <a:ext cx="368885" cy="681333"/>
            </a:xfrm>
            <a:prstGeom prst="triangl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F9544430-63C5-4B8C-93F9-513E89480818}"/>
              </a:ext>
            </a:extLst>
          </p:cNvPr>
          <p:cNvGrpSpPr/>
          <p:nvPr/>
        </p:nvGrpSpPr>
        <p:grpSpPr>
          <a:xfrm>
            <a:off x="1387354" y="2741685"/>
            <a:ext cx="3123438" cy="3342980"/>
            <a:chOff x="2354604" y="2536929"/>
            <a:chExt cx="3123438" cy="3342980"/>
          </a:xfrm>
        </p:grpSpPr>
        <p:grpSp>
          <p:nvGrpSpPr>
            <p:cNvPr id="104" name="组合 103"/>
            <p:cNvGrpSpPr/>
            <p:nvPr/>
          </p:nvGrpSpPr>
          <p:grpSpPr>
            <a:xfrm rot="1026994" flipH="1">
              <a:off x="4609362" y="2536929"/>
              <a:ext cx="868680" cy="722372"/>
              <a:chOff x="1707606" y="2418607"/>
              <a:chExt cx="868680" cy="722372"/>
            </a:xfrm>
          </p:grpSpPr>
          <p:sp>
            <p:nvSpPr>
              <p:cNvPr id="102" name="椭圆 101"/>
              <p:cNvSpPr/>
              <p:nvPr/>
            </p:nvSpPr>
            <p:spPr>
              <a:xfrm>
                <a:off x="1865728" y="2418607"/>
                <a:ext cx="571530" cy="58249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>
                <a:off x="1707606" y="2478039"/>
                <a:ext cx="868680" cy="662940"/>
              </a:xfrm>
              <a:custGeom>
                <a:avLst/>
                <a:gdLst>
                  <a:gd name="connsiteX0" fmla="*/ 171450 w 868680"/>
                  <a:gd name="connsiteY0" fmla="*/ 240030 h 662940"/>
                  <a:gd name="connsiteX1" fmla="*/ 171450 w 868680"/>
                  <a:gd name="connsiteY1" fmla="*/ 240030 h 662940"/>
                  <a:gd name="connsiteX2" fmla="*/ 537210 w 868680"/>
                  <a:gd name="connsiteY2" fmla="*/ 34290 h 662940"/>
                  <a:gd name="connsiteX3" fmla="*/ 571500 w 868680"/>
                  <a:gd name="connsiteY3" fmla="*/ 0 h 662940"/>
                  <a:gd name="connsiteX4" fmla="*/ 720090 w 868680"/>
                  <a:gd name="connsiteY4" fmla="*/ 114300 h 662940"/>
                  <a:gd name="connsiteX5" fmla="*/ 720090 w 868680"/>
                  <a:gd name="connsiteY5" fmla="*/ 114300 h 662940"/>
                  <a:gd name="connsiteX6" fmla="*/ 868680 w 868680"/>
                  <a:gd name="connsiteY6" fmla="*/ 205740 h 662940"/>
                  <a:gd name="connsiteX7" fmla="*/ 811530 w 868680"/>
                  <a:gd name="connsiteY7" fmla="*/ 640080 h 662940"/>
                  <a:gd name="connsiteX8" fmla="*/ 388620 w 868680"/>
                  <a:gd name="connsiteY8" fmla="*/ 571500 h 662940"/>
                  <a:gd name="connsiteX9" fmla="*/ 274320 w 868680"/>
                  <a:gd name="connsiteY9" fmla="*/ 662940 h 662940"/>
                  <a:gd name="connsiteX10" fmla="*/ 0 w 868680"/>
                  <a:gd name="connsiteY10" fmla="*/ 640080 h 662940"/>
                  <a:gd name="connsiteX11" fmla="*/ 171450 w 868680"/>
                  <a:gd name="connsiteY11" fmla="*/ 240030 h 662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68680" h="662940">
                    <a:moveTo>
                      <a:pt x="171450" y="240030"/>
                    </a:moveTo>
                    <a:lnTo>
                      <a:pt x="171450" y="240030"/>
                    </a:lnTo>
                    <a:lnTo>
                      <a:pt x="537210" y="34290"/>
                    </a:lnTo>
                    <a:cubicBezTo>
                      <a:pt x="574670" y="12884"/>
                      <a:pt x="571500" y="24178"/>
                      <a:pt x="571500" y="0"/>
                    </a:cubicBezTo>
                    <a:lnTo>
                      <a:pt x="720090" y="114300"/>
                    </a:lnTo>
                    <a:lnTo>
                      <a:pt x="720090" y="114300"/>
                    </a:lnTo>
                    <a:lnTo>
                      <a:pt x="868680" y="205740"/>
                    </a:lnTo>
                    <a:lnTo>
                      <a:pt x="811530" y="640080"/>
                    </a:lnTo>
                    <a:lnTo>
                      <a:pt x="388620" y="571500"/>
                    </a:lnTo>
                    <a:lnTo>
                      <a:pt x="274320" y="662940"/>
                    </a:lnTo>
                    <a:lnTo>
                      <a:pt x="0" y="640080"/>
                    </a:lnTo>
                    <a:lnTo>
                      <a:pt x="171450" y="240030"/>
                    </a:ln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4" name="任意多边形 113"/>
            <p:cNvSpPr/>
            <p:nvPr/>
          </p:nvSpPr>
          <p:spPr>
            <a:xfrm>
              <a:off x="2742150" y="2741137"/>
              <a:ext cx="931248" cy="777317"/>
            </a:xfrm>
            <a:custGeom>
              <a:avLst/>
              <a:gdLst>
                <a:gd name="connsiteX0" fmla="*/ 428328 w 931248"/>
                <a:gd name="connsiteY0" fmla="*/ 777317 h 777317"/>
                <a:gd name="connsiteX1" fmla="*/ 428328 w 931248"/>
                <a:gd name="connsiteY1" fmla="*/ 777317 h 777317"/>
                <a:gd name="connsiteX2" fmla="*/ 489288 w 931248"/>
                <a:gd name="connsiteY2" fmla="*/ 304877 h 777317"/>
                <a:gd name="connsiteX3" fmla="*/ 550248 w 931248"/>
                <a:gd name="connsiteY3" fmla="*/ 259157 h 777317"/>
                <a:gd name="connsiteX4" fmla="*/ 824568 w 931248"/>
                <a:gd name="connsiteY4" fmla="*/ 274397 h 777317"/>
                <a:gd name="connsiteX5" fmla="*/ 855048 w 931248"/>
                <a:gd name="connsiteY5" fmla="*/ 320117 h 777317"/>
                <a:gd name="connsiteX6" fmla="*/ 885528 w 931248"/>
                <a:gd name="connsiteY6" fmla="*/ 335357 h 777317"/>
                <a:gd name="connsiteX7" fmla="*/ 931248 w 931248"/>
                <a:gd name="connsiteY7" fmla="*/ 45797 h 777317"/>
                <a:gd name="connsiteX8" fmla="*/ 931248 w 931248"/>
                <a:gd name="connsiteY8" fmla="*/ 45797 h 777317"/>
                <a:gd name="connsiteX9" fmla="*/ 778848 w 931248"/>
                <a:gd name="connsiteY9" fmla="*/ 15317 h 777317"/>
                <a:gd name="connsiteX10" fmla="*/ 306408 w 931248"/>
                <a:gd name="connsiteY10" fmla="*/ 77 h 777317"/>
                <a:gd name="connsiteX11" fmla="*/ 306408 w 931248"/>
                <a:gd name="connsiteY11" fmla="*/ 77 h 777317"/>
                <a:gd name="connsiteX12" fmla="*/ 184488 w 931248"/>
                <a:gd name="connsiteY12" fmla="*/ 61037 h 777317"/>
                <a:gd name="connsiteX13" fmla="*/ 138768 w 931248"/>
                <a:gd name="connsiteY13" fmla="*/ 76277 h 777317"/>
                <a:gd name="connsiteX14" fmla="*/ 108288 w 931248"/>
                <a:gd name="connsiteY14" fmla="*/ 121997 h 777317"/>
                <a:gd name="connsiteX15" fmla="*/ 93048 w 931248"/>
                <a:gd name="connsiteY15" fmla="*/ 182957 h 777317"/>
                <a:gd name="connsiteX16" fmla="*/ 77808 w 931248"/>
                <a:gd name="connsiteY16" fmla="*/ 335357 h 777317"/>
                <a:gd name="connsiteX17" fmla="*/ 47328 w 931248"/>
                <a:gd name="connsiteY17" fmla="*/ 426797 h 777317"/>
                <a:gd name="connsiteX18" fmla="*/ 32088 w 931248"/>
                <a:gd name="connsiteY18" fmla="*/ 472517 h 777317"/>
                <a:gd name="connsiteX19" fmla="*/ 16848 w 931248"/>
                <a:gd name="connsiteY19" fmla="*/ 518237 h 777317"/>
                <a:gd name="connsiteX20" fmla="*/ 1608 w 931248"/>
                <a:gd name="connsiteY20" fmla="*/ 579197 h 777317"/>
                <a:gd name="connsiteX21" fmla="*/ 1608 w 931248"/>
                <a:gd name="connsiteY21" fmla="*/ 731597 h 777317"/>
                <a:gd name="connsiteX22" fmla="*/ 428328 w 931248"/>
                <a:gd name="connsiteY22" fmla="*/ 777317 h 777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1248" h="777317">
                  <a:moveTo>
                    <a:pt x="428328" y="777317"/>
                  </a:moveTo>
                  <a:lnTo>
                    <a:pt x="428328" y="777317"/>
                  </a:lnTo>
                  <a:cubicBezTo>
                    <a:pt x="439250" y="471499"/>
                    <a:pt x="343695" y="429671"/>
                    <a:pt x="489288" y="304877"/>
                  </a:cubicBezTo>
                  <a:cubicBezTo>
                    <a:pt x="508573" y="288347"/>
                    <a:pt x="529928" y="274397"/>
                    <a:pt x="550248" y="259157"/>
                  </a:cubicBezTo>
                  <a:cubicBezTo>
                    <a:pt x="641688" y="264237"/>
                    <a:pt x="734765" y="256436"/>
                    <a:pt x="824568" y="274397"/>
                  </a:cubicBezTo>
                  <a:cubicBezTo>
                    <a:pt x="842529" y="277989"/>
                    <a:pt x="842096" y="307165"/>
                    <a:pt x="855048" y="320117"/>
                  </a:cubicBezTo>
                  <a:cubicBezTo>
                    <a:pt x="863080" y="328149"/>
                    <a:pt x="875368" y="330277"/>
                    <a:pt x="885528" y="335357"/>
                  </a:cubicBezTo>
                  <a:lnTo>
                    <a:pt x="931248" y="45797"/>
                  </a:lnTo>
                  <a:lnTo>
                    <a:pt x="931248" y="45797"/>
                  </a:lnTo>
                  <a:cubicBezTo>
                    <a:pt x="880448" y="35637"/>
                    <a:pt x="830428" y="20153"/>
                    <a:pt x="778848" y="15317"/>
                  </a:cubicBezTo>
                  <a:cubicBezTo>
                    <a:pt x="594144" y="-1999"/>
                    <a:pt x="475243" y="77"/>
                    <a:pt x="306408" y="77"/>
                  </a:cubicBezTo>
                  <a:lnTo>
                    <a:pt x="306408" y="77"/>
                  </a:lnTo>
                  <a:cubicBezTo>
                    <a:pt x="265768" y="20397"/>
                    <a:pt x="225852" y="42235"/>
                    <a:pt x="184488" y="61037"/>
                  </a:cubicBezTo>
                  <a:cubicBezTo>
                    <a:pt x="169864" y="67684"/>
                    <a:pt x="151312" y="66242"/>
                    <a:pt x="138768" y="76277"/>
                  </a:cubicBezTo>
                  <a:cubicBezTo>
                    <a:pt x="124465" y="87719"/>
                    <a:pt x="118448" y="106757"/>
                    <a:pt x="108288" y="121997"/>
                  </a:cubicBezTo>
                  <a:cubicBezTo>
                    <a:pt x="103208" y="142317"/>
                    <a:pt x="96010" y="162222"/>
                    <a:pt x="93048" y="182957"/>
                  </a:cubicBezTo>
                  <a:cubicBezTo>
                    <a:pt x="85828" y="233497"/>
                    <a:pt x="87217" y="285178"/>
                    <a:pt x="77808" y="335357"/>
                  </a:cubicBezTo>
                  <a:cubicBezTo>
                    <a:pt x="71887" y="366935"/>
                    <a:pt x="57488" y="396317"/>
                    <a:pt x="47328" y="426797"/>
                  </a:cubicBezTo>
                  <a:lnTo>
                    <a:pt x="32088" y="472517"/>
                  </a:lnTo>
                  <a:cubicBezTo>
                    <a:pt x="27008" y="487757"/>
                    <a:pt x="20744" y="502652"/>
                    <a:pt x="16848" y="518237"/>
                  </a:cubicBezTo>
                  <a:cubicBezTo>
                    <a:pt x="11768" y="538557"/>
                    <a:pt x="3100" y="558305"/>
                    <a:pt x="1608" y="579197"/>
                  </a:cubicBezTo>
                  <a:cubicBezTo>
                    <a:pt x="-2011" y="629868"/>
                    <a:pt x="1608" y="680797"/>
                    <a:pt x="1608" y="731597"/>
                  </a:cubicBezTo>
                  <a:lnTo>
                    <a:pt x="428328" y="777317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 rot="5400000">
              <a:off x="3735228" y="2316444"/>
              <a:ext cx="659487" cy="1158169"/>
            </a:xfrm>
            <a:prstGeom prst="rect">
              <a:avLst/>
            </a:prstGeom>
            <a:blipFill>
              <a:blip r:embed="rId12"/>
              <a:stretch>
                <a:fillRect/>
              </a:stretch>
            </a:blipFill>
            <a:ln>
              <a:noFill/>
            </a:ln>
            <a:scene3d>
              <a:camera prst="perspectiveFront"/>
              <a:lightRig rig="morning" dir="t"/>
            </a:scene3d>
            <a:sp3d contourW="12700" prstMaterial="metal">
              <a:bevelT/>
              <a:contourClr>
                <a:schemeClr val="bg2">
                  <a:lumMod val="6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2354604" y="3463870"/>
              <a:ext cx="906071" cy="2416039"/>
            </a:xfrm>
            <a:prstGeom prst="rect">
              <a:avLst/>
            </a:prstGeom>
            <a:blipFill>
              <a:blip r:embed="rId12"/>
              <a:stretch>
                <a:fillRect/>
              </a:stretch>
            </a:blipFill>
            <a:ln>
              <a:noFill/>
            </a:ln>
            <a:scene3d>
              <a:camera prst="perspectiveFront"/>
              <a:lightRig rig="morning" dir="t"/>
            </a:scene3d>
            <a:sp3d contourW="12700" prstMaterial="metal">
              <a:bevelT/>
              <a:contourClr>
                <a:schemeClr val="bg2">
                  <a:lumMod val="65000"/>
                </a:schemeClr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3" name="PA-椭圆 82"/>
          <p:cNvSpPr/>
          <p:nvPr>
            <p:custDataLst>
              <p:tags r:id="rId3"/>
            </p:custDataLst>
          </p:nvPr>
        </p:nvSpPr>
        <p:spPr>
          <a:xfrm>
            <a:off x="2651486" y="2655329"/>
            <a:ext cx="889246" cy="889246"/>
          </a:xfrm>
          <a:prstGeom prst="ellipse">
            <a:avLst/>
          </a:prstGeom>
          <a:blipFill>
            <a:blip r:embed="rId13"/>
            <a:stretch>
              <a:fillRect/>
            </a:stretch>
          </a:blipFill>
          <a:ln w="285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xmlns="" id="{1356797E-0BE1-46AE-B0E0-1D83A4EF0F16}"/>
              </a:ext>
            </a:extLst>
          </p:cNvPr>
          <p:cNvCxnSpPr>
            <a:stCxn id="18" idx="3"/>
            <a:endCxn id="18" idx="3"/>
          </p:cNvCxnSpPr>
          <p:nvPr/>
        </p:nvCxnSpPr>
        <p:spPr>
          <a:xfrm>
            <a:off x="9375633" y="5080803"/>
            <a:ext cx="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等腰三角形 59">
            <a:extLst>
              <a:ext uri="{FF2B5EF4-FFF2-40B4-BE49-F238E27FC236}">
                <a16:creationId xmlns:a16="http://schemas.microsoft.com/office/drawing/2014/main" xmlns="" id="{453873C6-7EB7-4E64-ABAA-54C75C1F23F9}"/>
              </a:ext>
            </a:extLst>
          </p:cNvPr>
          <p:cNvSpPr/>
          <p:nvPr/>
        </p:nvSpPr>
        <p:spPr>
          <a:xfrm>
            <a:off x="9277577" y="3750173"/>
            <a:ext cx="124178" cy="30116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xmlns="" id="{DA13B1E9-EBA9-42A6-B5F8-7B4839AA881B}"/>
              </a:ext>
            </a:extLst>
          </p:cNvPr>
          <p:cNvSpPr/>
          <p:nvPr/>
        </p:nvSpPr>
        <p:spPr>
          <a:xfrm>
            <a:off x="9719261" y="4376330"/>
            <a:ext cx="112988" cy="158423"/>
          </a:xfrm>
          <a:prstGeom prst="rect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64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3.33333E-6 L -0.16575 -0.002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94" y="-1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48148E-6 L -0.16081 -0.0011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47" y="-6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139 L -0.05781 0.00139 L -0.07162 0.14537 " pathEditMode="relative" rAng="0" ptsTypes="A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5" y="719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11111E-6 L -0.03386 0.2437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3" y="1217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7037E-6 L -0.14245 -0.0027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22" y="-13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278 L -0.01536 -0.16505 L -0.10729 -0.16505 " pathEditMode="relative" rAng="0" ptsTypes="AAA">
                                      <p:cBhvr>
                                        <p:cTn id="16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78" y="-8125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5 0.00046 L -0.04635 0.00046 L -0.07083 -0.24491 " pathEditMode="relative" rAng="0" ptsTypes="AAA">
                                      <p:cBhvr>
                                        <p:cTn id="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94" y="-12269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7037E-6 L -0.16576 -0.00139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94" y="-6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42" presetClass="path" presetSubtype="0" repeatCount="indefinite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125E-6 4.07407E-6 L 3.125E-6 0.24189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08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200000">
                                      <p:cBhvr>
                                        <p:cTn id="24" dur="2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52 -0.00162 L -0.00352 0.04468 L -0.00352 -0.00162 Z " pathEditMode="relative" rAng="0" ptsTypes="AAA">
                                      <p:cBhvr>
                                        <p:cTn id="26" dur="4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15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8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28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8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24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A000120140530A99PPBG">
  <a:themeElements>
    <a:clrScheme name="自定义 1">
      <a:dk1>
        <a:srgbClr val="595959"/>
      </a:dk1>
      <a:lt1>
        <a:sysClr val="window" lastClr="FFFFFF"/>
      </a:lt1>
      <a:dk2>
        <a:srgbClr val="595959"/>
      </a:dk2>
      <a:lt2>
        <a:srgbClr val="FFFFFF"/>
      </a:lt2>
      <a:accent1>
        <a:srgbClr val="7DAE21"/>
      </a:accent1>
      <a:accent2>
        <a:srgbClr val="BCC327"/>
      </a:accent2>
      <a:accent3>
        <a:srgbClr val="FAC400"/>
      </a:accent3>
      <a:accent4>
        <a:srgbClr val="F8931D"/>
      </a:accent4>
      <a:accent5>
        <a:srgbClr val="CE8D3E"/>
      </a:accent5>
      <a:accent6>
        <a:srgbClr val="9C6A6A"/>
      </a:accent6>
      <a:hlink>
        <a:srgbClr val="7F723D"/>
      </a:hlink>
      <a:folHlink>
        <a:srgbClr val="626B51"/>
      </a:folHlink>
    </a:clrScheme>
    <a:fontScheme name="自定义 8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B0F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636722637743058685</Template>
  <TotalTime>449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微软雅黑</vt:lpstr>
      <vt:lpstr>幼圆</vt:lpstr>
      <vt:lpstr>Arial</vt:lpstr>
      <vt:lpstr>Arial Black</vt:lpstr>
      <vt:lpstr>Wingdings 2</vt:lpstr>
      <vt:lpstr>A000120140530A99PPBG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邝 伟杜</dc:creator>
  <cp:lastModifiedBy>邝 伟杜</cp:lastModifiedBy>
  <cp:revision>41</cp:revision>
  <dcterms:created xsi:type="dcterms:W3CDTF">2018-09-11T03:33:54Z</dcterms:created>
  <dcterms:modified xsi:type="dcterms:W3CDTF">2018-09-12T02:59:36Z</dcterms:modified>
</cp:coreProperties>
</file>